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1324"/>
          </a:solidFill>
          <a:ln w="12700">
            <a:solidFill>
              <a:srgbClr val="0D13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1188720" cy="292608"/>
          </a:xfrm>
          <a:prstGeom prst="rect">
            <a:avLst/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502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18CF8"/>
                </a:solidFill>
              </a:rPr>
              <a:t>HACKATHON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Roode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 Zone for Artists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5029200" cy="274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718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"안전장치 없는 AI는 결국 신뢰를 잃습니다.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Roode는 AI가 신뢰받으며 성장할 수 있는 인프라입니다."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005840"/>
            <a:ext cx="2377440" cy="384048"/>
          </a:xfrm>
          <a:prstGeom prst="rect">
            <a:avLst/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005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</a:rPr>
              <a:t>Radioactive Signal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1600200"/>
            <a:ext cx="2377440" cy="384048"/>
          </a:xfrm>
          <a:prstGeom prst="rect">
            <a:avLst/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600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</a:rPr>
              <a:t>Base Blockchain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2194560"/>
            <a:ext cx="2377440" cy="384048"/>
          </a:xfrm>
          <a:prstGeom prst="rect">
            <a:avLst/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94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</a:rPr>
              <a:t>Statistical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안전장치 없이 나아가는 AI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5176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508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🚗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</a:rPr>
              <a:t>자동차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24871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신호등·교통법 없이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도로에 풀었다면?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5176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508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☢️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0" y="2148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</a:rPr>
              <a:t>핵기술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0" y="24871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NPT·IAEA 없이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핵을 확산시켰다면?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417320"/>
            <a:ext cx="265176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508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80760" y="2148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</a:rPr>
              <a:t>인터넷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80760" y="24871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저작권법 없이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디지털화가 됐다면?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429000"/>
            <a:ext cx="8503920" cy="658368"/>
          </a:xfrm>
          <a:prstGeom prst="rect">
            <a:avLst/>
          </a:prstGeom>
          <a:solidFill>
            <a:srgbClr val="1A0A0A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290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CA5A5"/>
                </a:solidFill>
              </a:rPr>
              <a:t>기술이 빠르게 발전할수록, 그것을 지탱하는 규칙과 인프라가 반드시 함께 필요합니다.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42062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AI도 예외가 아닙니다. 창작자 데이터를 약탈하는 AI는 두 가지 결말만 있습니다 —  규제에 막히거나, 신뢰를 잃거나.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</a:rPr>
              <a:t>THE THREAT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지금 이 순간에도 그림이 긁혀가고 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5176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5.8B+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LAION 데이터셋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무단 수집 이미지 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5176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32588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463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0원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0040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창작자에게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돌아간 보상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325880"/>
            <a:ext cx="265176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32588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463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0건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08076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기술적 증거 부재로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성공한 소송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29260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</a:rPr>
              <a:t>기존 솔루션의 한계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3337560"/>
            <a:ext cx="54864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37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robots.txt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3337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 무시하면 그만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685032"/>
            <a:ext cx="54864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85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Glaze / Nightshade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3685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 증명 기능 없음, 개인 도구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032504"/>
            <a:ext cx="54864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325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Cara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34640" y="40325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 플랫폼 내부만 보호, 탐지 불가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379976"/>
            <a:ext cx="54864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379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법적 대응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34640" y="43799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 기술적 증거가 없어 성립 불가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18CF8"/>
                </a:solidFill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Roode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822960"/>
          </a:xfrm>
          <a:prstGeom prst="rect">
            <a:avLst/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173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BD5E1"/>
                </a:solidFill>
              </a:rPr>
              <a:t>아티스트가 업로드한 이미지에 암호학적 신호를 심고, 그 사실을 블록체인에 기록해두었다가,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CBD5E1"/>
                </a:solidFill>
              </a:rPr>
              <a:t>누군가 그 이미지로 AI를 학습시켰을 때 통계적으로 탐지하고 법적 증거를 생성하는 플랫폼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2423160"/>
            <a:ext cx="265176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423160"/>
            <a:ext cx="26517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834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보호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" y="33375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업로드 즉시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Radioactive Signal 주입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육안 구별 불가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2423160"/>
            <a:ext cx="265176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423160"/>
            <a:ext cx="26517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834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기록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00400" y="33375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Base Sepolia 블록체인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타임스탬프 영구 보존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조작 불가능한 증거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423160"/>
            <a:ext cx="265176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2423160"/>
            <a:ext cx="26517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80760" y="2834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증명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080760" y="33375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통계적 탐지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 &lt; 10⁻⁶³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법정 증거 리포트 생성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18CF8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4단계 방어 레이어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3560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Cloudflare 1차 방어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6916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저급 크롤러·봇 차단. 대량 고속 요청 차단.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850392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94560"/>
            <a:ext cx="54864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0428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Radioactive Signal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5603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URL 직접 다운로드 — 신호 그대로 생존. 대다수 위협 커버.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063240"/>
            <a:ext cx="850392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063240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7296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블록체인 타임스탬프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4290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우회 시도 자체가 고의성 증거. 어떤 기술적 우회와도 무관하게 기록 영구 보존.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931920"/>
            <a:ext cx="850392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931920"/>
            <a:ext cx="54864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4164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84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Data Taggants (연구 중)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2976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Diffusion purification 이후에도 모델 행동에서 신호 검출. ICLR 2025 기반.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18CF8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업로드 한 장으로 이 모든 것이 자동으로 처리됩니다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508760" cy="2194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150876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30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업로드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4231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작가가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이미지 업로드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83080" y="21031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93392" y="1371600"/>
            <a:ext cx="1508760" cy="2194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371600"/>
            <a:ext cx="150876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4630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🧬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993392" y="20574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Signal 주입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93392" y="24231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CLIP 기반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육안 구별 불가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02152" y="21031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12464" y="1371600"/>
            <a:ext cx="1508760" cy="2194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12464" y="1371600"/>
            <a:ext cx="150876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14630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712464" y="20574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Hash 생성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12464" y="24231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SHA-256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알고리즘 서명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21224" y="21031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31536" y="1371600"/>
            <a:ext cx="1508760" cy="2194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31536" y="1371600"/>
            <a:ext cx="150876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1536" y="14630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⛓️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31536" y="20574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온체인 기록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31536" y="24231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Base Sepolia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타임스탬프 영구 보존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40296" y="21031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150608" y="1371600"/>
            <a:ext cx="1508760" cy="2194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50608" y="1371600"/>
            <a:ext cx="150876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0608" y="14630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150608" y="20574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증거 생성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50608" y="24231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분쟁 시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법적 리포트 자동 생성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749040"/>
            <a:ext cx="8503920" cy="1005840"/>
          </a:xfrm>
          <a:prstGeom prst="rect">
            <a:avLst/>
          </a:prstGeom>
          <a:solidFill>
            <a:srgbClr val="08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822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🔗  On-chain Commitment 구조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40965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commit_hash = SHA-256( seed | version | salt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Base Sepolia 영구 기록 → 분쟁 시 params 공개 → 누구나 검증 가능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</a:rPr>
              <a:t>DETECTION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학습했다면, 반드시 잡힌다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5176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3.37×10⁻⁶³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21762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p-value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(Mann-Whitney U)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5176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325880"/>
            <a:ext cx="26517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463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00400" y="21762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Cohen's 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(Effect Size)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325880"/>
            <a:ext cx="265176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32588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463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99.9%+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80760" y="21762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통계적 신뢰도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3108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</a:rPr>
              <a:t>탐지 프로세스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493008"/>
            <a:ext cx="228600" cy="23774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493008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4930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의심 AI 모델에 중립 probe prompts 50개 입력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840480"/>
            <a:ext cx="228600" cy="23774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84048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8404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CLIP embedding이 Roode signal 방향으로 편향됐는지 측정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87952"/>
            <a:ext cx="228600" cy="23774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18795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187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통계 검정 → p-value + Cohen's d 산출 → 판정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535424"/>
            <a:ext cx="228600" cy="23774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535424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45354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On-chain commitment reveal → 블록체인 기록 일치 검증 → 법정 리포트 생성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WHY AI NEEDS ROODE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Roode는 AI의 적이 아닙니다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AI가 지속 가능하게 성장하기 위한 인프라입니다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4206240" cy="3017520"/>
          </a:xfrm>
          <a:prstGeom prst="rect">
            <a:avLst/>
          </a:prstGeom>
          <a:solidFill>
            <a:srgbClr val="1A0A0A"/>
          </a:solidFill>
          <a:ln w="12700">
            <a:solidFill>
              <a:srgbClr val="7F1D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91640"/>
            <a:ext cx="42062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</a:rPr>
              <a:t>Roode 없는 미래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✗  창작자들이 AI를 집단 거부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807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✗  정치권이 AI 학습 규제 입법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2826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✗  양질의 창작 데이터가 인터넷에서 사라짐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7581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✗  AI 모델 품질 장기적 저하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4206240" cy="3017520"/>
          </a:xfrm>
          <a:prstGeom prst="rect">
            <a:avLst/>
          </a:prstGeom>
          <a:solidFill>
            <a:srgbClr val="022C22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691640"/>
            <a:ext cx="4206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8288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</a:rPr>
              <a:t>Roode 있는 미래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</a:rPr>
              <a:t>✓  창작자가 자신의 기여를 인정받음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807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</a:rPr>
              <a:t>✓  AI와 인간의 사회적 계약 성립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2826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</a:rPr>
              <a:t>✓  창작 생태계 유지 → 양질의 데이터 지속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7581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</a:rPr>
              <a:t>✓  AI가 신뢰받으며 지속 성장 가능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18CF8"/>
                </a:solidFill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Safe Zone 구축 로드맵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5176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447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</a:rPr>
              <a:t>Phase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719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현재 · 법적 증거 인프라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212848"/>
            <a:ext cx="19202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✅ 구현 완료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·  CLIP Radioactive Signal 주입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·  Base Sepolia On-chain Commitment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·  통계적 탐지 (p &lt; 10⁻⁶³)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·  법정 증거 리포트 자동 생성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325880"/>
            <a:ext cx="265176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32588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4447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</a:rPr>
              <a:t>Phase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1719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Diffusion-Safe Signal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66160" y="2212848"/>
            <a:ext cx="19202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🔬 연구 진행 중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2606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·  Data Taggants 적용 (ICLR 2025)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3063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·  Purification 이후에도 탐지 가능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3520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·  생성 모델 행동 기반 fingerprint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37560" y="3977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·  Semantic Backdoor 기법 통합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1325880"/>
            <a:ext cx="265176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1325880"/>
            <a:ext cx="26517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4447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366F1"/>
                </a:solidFill>
              </a:rPr>
              <a:t>Phase 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1719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AI Safe Zone 생태계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46520" y="2212848"/>
            <a:ext cx="19202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🌐 비전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2606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·  창작자 집단 방어 연대 플랫폼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17920" y="3063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·  AI 기업과 라이선싱 계약 인프라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3520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·  법적 규제 정책 연동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17920" y="3977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·  글로벌 창작자 보호 표준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31520"/>
            <a:ext cx="8229600" cy="3474720"/>
          </a:xfrm>
          <a:prstGeom prst="rect">
            <a:avLst/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🛡️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"안전장치 없는 AI는 결국 신뢰를 잃습니다."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0" y="2331720"/>
            <a:ext cx="4572000" cy="274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18CF8"/>
                </a:solidFill>
              </a:rPr>
              <a:t>Roode는 AI가 신뢰받으며 성장할 수 있는 인프라입니다.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학습을 막는 것이 아니라, 학습해갔을 때의 리스크를 감당할 수 없게 만드는 것.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그것이 AI와 창작자가 공존하는 유일한 길입니다.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34155"/>
                </a:solidFill>
              </a:rPr>
              <a:t>Roode · Built on Base · Protected by Cryptography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Roode — AI Safe Zone</dc:title>
  <dc:subject>PptxGenJS Presentation</dc:subject>
  <dc:creator>PptxGenJS</dc:creator>
  <cp:lastModifiedBy>PptxGenJS</cp:lastModifiedBy>
  <cp:revision>1</cp:revision>
  <dcterms:created xsi:type="dcterms:W3CDTF">2026-04-17T09:58:03Z</dcterms:created>
  <dcterms:modified xsi:type="dcterms:W3CDTF">2026-04-17T09:58:03Z</dcterms:modified>
</cp:coreProperties>
</file>